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40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" y="530352"/>
            <a:ext cx="7863840" cy="2926080"/>
          </a:xfrm>
          <a:prstGeom prst="rect">
            <a:avLst/>
          </a:prstGeom>
          <a:solidFill>
            <a:srgbClr val="FF4F9A"/>
          </a:solidFill>
          <a:ln w="12700">
            <a:solidFill>
              <a:srgbClr val="FF4F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65760"/>
            <a:ext cx="7863840" cy="2926080"/>
          </a:xfrm>
          <a:prstGeom prst="rect">
            <a:avLst/>
          </a:prstGeom>
          <a:solidFill>
            <a:srgbClr val="F2F2EE"/>
          </a:solidFill>
          <a:ln w="31750">
            <a:solidFill>
              <a:srgbClr val="15151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685800"/>
            <a:ext cx="7132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54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data, my rights.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and Data Privacy Awareness for Students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Capstone 6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931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Dhanalakshmi College of Engineering, Tambaram, Chennai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40C8"/>
          </a:solidFill>
          <a:ln w="12700">
            <a:solidFill>
              <a:srgbClr val="2540C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4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words to know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097280" cy="54864"/>
          </a:xfrm>
          <a:prstGeom prst="rect">
            <a:avLst/>
          </a:prstGeom>
          <a:solidFill>
            <a:srgbClr val="FF4F9A"/>
          </a:solidFill>
          <a:ln w="12700">
            <a:solidFill>
              <a:srgbClr val="FF4F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81328"/>
            <a:ext cx="3931920" cy="1463040"/>
          </a:xfrm>
          <a:prstGeom prst="rect">
            <a:avLst/>
          </a:prstGeom>
          <a:solidFill>
            <a:srgbClr val="FF4F9A"/>
          </a:solidFill>
          <a:ln w="12700">
            <a:solidFill>
              <a:srgbClr val="FF4F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417320"/>
            <a:ext cx="393192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54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4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Principal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0116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You. The person the data is about.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73168" y="1481328"/>
            <a:ext cx="3931920" cy="1463040"/>
          </a:xfrm>
          <a:prstGeom prst="rect">
            <a:avLst/>
          </a:prstGeom>
          <a:solidFill>
            <a:srgbClr val="FF4F9A"/>
          </a:solidFill>
          <a:ln w="12700">
            <a:solidFill>
              <a:srgbClr val="FF4F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417320"/>
            <a:ext cx="393192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15544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4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Fiduciary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20116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app, company or college office that decides how your data is used.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172968"/>
            <a:ext cx="3931920" cy="1463040"/>
          </a:xfrm>
          <a:prstGeom prst="rect">
            <a:avLst/>
          </a:prstGeom>
          <a:solidFill>
            <a:srgbClr val="FF4F9A"/>
          </a:solidFill>
          <a:ln w="12700">
            <a:solidFill>
              <a:srgbClr val="FF4F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3108960"/>
            <a:ext cx="393192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3246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4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Consent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7033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clear, free yes for a stated purpose. A pre-ticked box is not one.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73168" y="3172968"/>
            <a:ext cx="3931920" cy="1463040"/>
          </a:xfrm>
          <a:prstGeom prst="rect">
            <a:avLst/>
          </a:prstGeom>
          <a:solidFill>
            <a:srgbClr val="FF4F9A"/>
          </a:solidFill>
          <a:ln w="12700">
            <a:solidFill>
              <a:srgbClr val="FF4F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3108960"/>
            <a:ext cx="3931920" cy="1463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92040" y="32461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4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Protection Board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37033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body that hears complaints and can impose penalties.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40C8"/>
          </a:solidFill>
          <a:ln w="12700">
            <a:solidFill>
              <a:srgbClr val="2540C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4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rights as a Data Principal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097280" cy="54864"/>
          </a:xfrm>
          <a:prstGeom prst="rect">
            <a:avLst/>
          </a:prstGeom>
          <a:solidFill>
            <a:srgbClr val="FF4F9A"/>
          </a:solidFill>
          <a:ln w="12700">
            <a:solidFill>
              <a:srgbClr val="FF4F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777240" cy="475488"/>
          </a:xfrm>
          <a:prstGeom prst="rect">
            <a:avLst/>
          </a:prstGeom>
          <a:solidFill>
            <a:srgbClr val="2540C8"/>
          </a:solidFill>
          <a:ln w="12700">
            <a:solidFill>
              <a:srgbClr val="2540C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37160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S.11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37160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137160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what data is held and who got 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956816"/>
            <a:ext cx="777240" cy="475488"/>
          </a:xfrm>
          <a:prstGeom prst="rect">
            <a:avLst/>
          </a:prstGeom>
          <a:solidFill>
            <a:srgbClr val="2540C8"/>
          </a:solidFill>
          <a:ln w="12700">
            <a:solidFill>
              <a:srgbClr val="2540C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" y="1956816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S.12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1956816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and erasure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1956816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Fix, complete, update or delete your data.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2542032"/>
            <a:ext cx="777240" cy="475488"/>
          </a:xfrm>
          <a:prstGeom prst="rect">
            <a:avLst/>
          </a:prstGeom>
          <a:solidFill>
            <a:srgbClr val="2540C8"/>
          </a:solidFill>
          <a:ln w="12700">
            <a:solidFill>
              <a:srgbClr val="2540C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542032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S.13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254203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Grievance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206240" y="2542032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 to the organisation, then to the Board.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3127248"/>
            <a:ext cx="777240" cy="475488"/>
          </a:xfrm>
          <a:prstGeom prst="rect">
            <a:avLst/>
          </a:prstGeom>
          <a:solidFill>
            <a:srgbClr val="2540C8"/>
          </a:solidFill>
          <a:ln w="12700">
            <a:solidFill>
              <a:srgbClr val="2540C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2920" y="3127248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S.14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Nomination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4206240" y="3127248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someone to use your rights for you.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3712464"/>
            <a:ext cx="777240" cy="475488"/>
          </a:xfrm>
          <a:prstGeom prst="rect">
            <a:avLst/>
          </a:prstGeom>
          <a:solidFill>
            <a:srgbClr val="2540C8"/>
          </a:solidFill>
          <a:ln w="12700">
            <a:solidFill>
              <a:srgbClr val="2540C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" y="3712464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S.6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463040" y="371246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 consent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206240" y="3712464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easy as giving it.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4297680"/>
            <a:ext cx="777240" cy="475488"/>
          </a:xfrm>
          <a:prstGeom prst="rect">
            <a:avLst/>
          </a:prstGeom>
          <a:solidFill>
            <a:srgbClr val="2540C8"/>
          </a:solidFill>
          <a:ln w="12700">
            <a:solidFill>
              <a:srgbClr val="2540C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2920" y="4297680"/>
            <a:ext cx="777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S.9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429768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under 18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206240" y="4297680"/>
            <a:ext cx="4480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Parental consent. No tracking or targeted ads.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40C8"/>
          </a:solidFill>
          <a:ln w="12700">
            <a:solidFill>
              <a:srgbClr val="2540C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4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DPDP Act vs GDPR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097280" cy="54864"/>
          </a:xfrm>
          <a:prstGeom prst="rect">
            <a:avLst/>
          </a:prstGeom>
          <a:solidFill>
            <a:srgbClr val="FF4F9A"/>
          </a:solidFill>
          <a:ln w="12700">
            <a:solidFill>
              <a:srgbClr val="FF4F9A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81381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926080"/>
                <a:gridCol w="3108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0C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India: DPDP 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0C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EU: GDPR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40C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 2023, Rules 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force 2018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means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16 (states may lower to 13)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portability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 listed right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penalty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₹250 crore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€20 million or 4% of turnover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Protection Board of India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151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National authorities and the EDPB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5151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40C8"/>
          </a:solidFill>
          <a:ln w="12700">
            <a:solidFill>
              <a:srgbClr val="2540C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4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everyday choices, the safe 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097280" cy="54864"/>
          </a:xfrm>
          <a:prstGeom prst="rect">
            <a:avLst/>
          </a:prstGeom>
          <a:solidFill>
            <a:srgbClr val="FF4F9A"/>
          </a:solidFill>
          <a:ln w="12700">
            <a:solidFill>
              <a:srgbClr val="FF4F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71600"/>
            <a:ext cx="256032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71600"/>
            <a:ext cx="2560320" cy="73152"/>
          </a:xfrm>
          <a:prstGeom prst="rect">
            <a:avLst/>
          </a:prstGeom>
          <a:solidFill>
            <a:srgbClr val="FF4F9A"/>
          </a:solidFill>
          <a:ln w="12700">
            <a:solidFill>
              <a:srgbClr val="FF4F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554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4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 app wants contacts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488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Deny. A torch needs no personal data.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56032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371600"/>
            <a:ext cx="2560320" cy="73152"/>
          </a:xfrm>
          <a:prstGeom prst="rect">
            <a:avLst/>
          </a:prstGeom>
          <a:solidFill>
            <a:srgbClr val="FF4F9A"/>
          </a:solidFill>
          <a:ln w="12700">
            <a:solidFill>
              <a:srgbClr val="FF4F9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83280" y="1554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4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asks for Aadhaar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21488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why. Offer your college ID.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89320" y="1371600"/>
            <a:ext cx="256032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89320" y="1371600"/>
            <a:ext cx="2560320" cy="73152"/>
          </a:xfrm>
          <a:prstGeom prst="rect">
            <a:avLst/>
          </a:prstGeom>
          <a:solidFill>
            <a:srgbClr val="FF4F9A"/>
          </a:solidFill>
          <a:ln w="12700">
            <a:solidFill>
              <a:srgbClr val="FF4F9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26480" y="15544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4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Pre-ticked marketing box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21488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Untick it, then register.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108960"/>
            <a:ext cx="256032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108960"/>
            <a:ext cx="2560320" cy="73152"/>
          </a:xfrm>
          <a:prstGeom prst="rect">
            <a:avLst/>
          </a:prstGeom>
          <a:solidFill>
            <a:srgbClr val="FF4F9A"/>
          </a:solidFill>
          <a:ln w="12700">
            <a:solidFill>
              <a:srgbClr val="FF4F9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291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4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Marksheet into a chatbot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38862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made-up sample instead.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46120" y="3108960"/>
            <a:ext cx="256032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46120" y="3108960"/>
            <a:ext cx="2560320" cy="73152"/>
          </a:xfrm>
          <a:prstGeom prst="rect">
            <a:avLst/>
          </a:prstGeom>
          <a:solidFill>
            <a:srgbClr val="FF4F9A"/>
          </a:solidFill>
          <a:ln w="12700">
            <a:solidFill>
              <a:srgbClr val="FF4F9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83280" y="3291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4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Under-18 app that tracks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383280" y="38862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child-safe setting. Involve a parent.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89320" y="3108960"/>
            <a:ext cx="256032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5151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89320" y="3108960"/>
            <a:ext cx="2560320" cy="73152"/>
          </a:xfrm>
          <a:prstGeom prst="rect">
            <a:avLst/>
          </a:prstGeom>
          <a:solidFill>
            <a:srgbClr val="FF4F9A"/>
          </a:solidFill>
          <a:ln w="12700">
            <a:solidFill>
              <a:srgbClr val="FF4F9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26480" y="3291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54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app keeps messaging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126480" y="38862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 consent. Ask for erasure. Escalate.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540C8"/>
          </a:solidFill>
          <a:ln w="12700">
            <a:solidFill>
              <a:srgbClr val="2540C8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2004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4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to do, and when it applies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1097280" cy="54864"/>
          </a:xfrm>
          <a:prstGeom prst="rect">
            <a:avLst/>
          </a:prstGeom>
          <a:solidFill>
            <a:srgbClr val="FF4F9A"/>
          </a:solidFill>
          <a:ln w="12700">
            <a:solidFill>
              <a:srgbClr val="FF4F9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371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4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this week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78308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app permissions you do not need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Untick pre-ticked boxes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least sensitive ID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paste real data into AI chatbots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371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4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Timeline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754880" y="1856232"/>
            <a:ext cx="201168" cy="201168"/>
          </a:xfrm>
          <a:prstGeom prst="ellipse">
            <a:avLst/>
          </a:prstGeom>
          <a:solidFill>
            <a:srgbClr val="FF4F9A"/>
          </a:solidFill>
          <a:ln w="12700">
            <a:solidFill>
              <a:srgbClr val="15151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74920" y="1783080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Nov 2025  </a:t>
            </a:r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notified. Board provisions begin.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2423160"/>
            <a:ext cx="201168" cy="201168"/>
          </a:xfrm>
          <a:prstGeom prst="ellipse">
            <a:avLst/>
          </a:prstGeom>
          <a:solidFill>
            <a:srgbClr val="FF4F9A"/>
          </a:solidFill>
          <a:ln w="12700">
            <a:solidFill>
              <a:srgbClr val="15151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74920" y="2350008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13 Nov 2026  </a:t>
            </a:r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manager rules start.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990088"/>
            <a:ext cx="201168" cy="201168"/>
          </a:xfrm>
          <a:prstGeom prst="ellipse">
            <a:avLst/>
          </a:prstGeom>
          <a:solidFill>
            <a:srgbClr val="FF4F9A"/>
          </a:solidFill>
          <a:ln w="12700">
            <a:solidFill>
              <a:srgbClr val="15151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74920" y="291693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51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13 May 2027  </a:t>
            </a:r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 and penalties apply in full.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3794760"/>
            <a:ext cx="8138160" cy="777240"/>
          </a:xfrm>
          <a:prstGeom prst="rect">
            <a:avLst/>
          </a:prstGeom>
          <a:solidFill>
            <a:srgbClr val="151515"/>
          </a:solidFill>
          <a:ln w="12700">
            <a:solidFill>
              <a:srgbClr val="15151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79476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explains, it does not advise. Check dates and section numbers in the Act on the MeitY website.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Data, My Rights: DPDP Act and Data Privacy Awareness for Students</dc:title>
  <dc:subject>PptxGenJS Presentation</dc:subject>
  <dc:creator>PptxGenJS</dc:creator>
  <cp:lastModifiedBy>PptxGenJS</cp:lastModifiedBy>
  <cp:revision>1</cp:revision>
  <dcterms:created xsi:type="dcterms:W3CDTF">2026-10-22T09:35:15Z</dcterms:created>
  <dcterms:modified xsi:type="dcterms:W3CDTF">2026-10-22T09:35:15Z</dcterms:modified>
</cp:coreProperties>
</file>